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4224-8935-0010-64BC-02D0D8661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93039-0843-5791-2191-F3815E946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9FDC-B4F7-4D0F-0E18-BFCA570D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C16B4-1463-4325-9101-45DA6AFB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1D928-55CB-8E82-4724-DB0CC799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0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4FB4-CC66-ED56-00C4-A89C9AAF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D5C5A-98FF-D9EE-962E-395AC4C79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FE90B-8E92-858E-DBEB-CC325E10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28167-4D72-EA6E-99CD-D774B32E9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55DE4-22CC-8E1E-DBE8-AD9E2086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2095-B98E-902B-D5F7-A152D358A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EAED5-9EFF-92A1-FF3D-37CA55B7B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FBD0E-4038-97A8-1CD2-A72A5AC1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BCD7D-5601-0009-0985-B5C6AB04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AAD0A-CD90-0A33-21B1-AC4AC2F1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70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FD76-5083-8540-EAFF-204EF772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D9E08-2338-EF47-7A83-48FBA3034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404F2-B7E7-123B-2408-5FBAB805F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00081-D34C-A968-FD7B-B13D7202F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628CC-E35E-3278-AC10-25267BDC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3B365-DB22-40EF-C642-E159D213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B4C5-8D53-04DA-43EC-A02FA609E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2D521-C291-CDCB-CA16-CEF138760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8CEBB-89AB-F1CA-7FFF-11B4D1C5C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BDAE2-53DB-A5B7-E079-EFABB79E3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E2A7C-BBA8-1EC8-7273-1BB4AFD5C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65C9C-3794-0AC7-F6B9-181BBEE4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9B51F-9E35-9CA9-74C1-6D68F6219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FA6A5-2B52-4A4C-D728-BE7973F1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18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EFA4-F8C7-6C49-3432-2708DCE76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4FD05-EC91-6B06-EFCB-255E9B34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58A13-D0A1-A04B-AC2D-38F4DCE5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35530-E5A6-FAE9-0AE4-E143B385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01368-92D8-B6CA-911E-EE8112ED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06F9C3-9046-A0A2-DD38-265985922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5B3D0-347C-83C4-E4D9-57BE41CE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7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A18F0-7328-ACBC-A21B-717D63E8B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EC2DD-D1C2-88AA-4E80-FF6F81874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0484B-6D48-1CC2-3914-48497D438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99452-98FB-23A3-F6B8-D159CD0B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1B1ED-B2E3-D738-DB8C-295ED711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8BD2E-3834-DCB4-F7DB-6B32D8E8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8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6293-EA60-0D0F-CE6B-79C0DFCE1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E1BDA-DCE5-A292-31AF-42095E90D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ED6CE-9AC5-BFA5-F759-83861EC0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DF11B-3202-DE1E-7B1B-39282DA4D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080C1-E0E3-2E96-A4D0-0807E9B6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AF36F-00D8-6151-5C3C-2993B8F5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9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92A9-C552-03F0-D5CB-885294CA3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ECFDD-16B3-22D3-0109-5F433303B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1433A-029C-61A5-7D3A-D4691925A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2EEAC-F163-5202-C197-5BDB6226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9692A-832A-785F-E8FC-ED8E7423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8C82F-1C0D-51D9-748B-7B7C15B41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2FA59-95AB-CC4F-4615-64F76F68B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5B3E-4D05-29F0-331F-ADB80E742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F73F-A1F5-41A0-F90E-12CC5FC2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AEBC3-A3D6-D32A-4F1C-C0C41CE9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2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C9CBB-9962-5358-1A9D-4D30F5EA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E3B94-7E45-8807-93C4-5558BD08A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306E5-3B35-45AF-F54B-9C2163D64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13B7F-313F-41F5-BD29-1D078F0E75E0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9A539-4CB2-2E4A-BF85-DB10291F3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28DF-C3E5-5D5E-6534-DE7F4DC73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89052-34DF-48A0-81E4-B8715F33A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0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BAFB8B-565C-B710-C4A3-766715C6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81" y="92061"/>
            <a:ext cx="4994043" cy="2141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A5F834-092C-FB48-7E3D-5D73F371A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2258365"/>
            <a:ext cx="5153024" cy="235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FF72CE-F459-C9A2-36C3-1072EBA9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41"/>
          <a:stretch>
            <a:fillRect/>
          </a:stretch>
        </p:blipFill>
        <p:spPr>
          <a:xfrm>
            <a:off x="-1" y="4488676"/>
            <a:ext cx="5097613" cy="2357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F56D3B-BF4E-967E-E107-8FD5746E2F9F}"/>
              </a:ext>
            </a:extLst>
          </p:cNvPr>
          <p:cNvSpPr/>
          <p:nvPr/>
        </p:nvSpPr>
        <p:spPr>
          <a:xfrm>
            <a:off x="3401668" y="2522054"/>
            <a:ext cx="390939" cy="331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4B687-10C1-8795-5DBE-2ABFD9205A14}"/>
              </a:ext>
            </a:extLst>
          </p:cNvPr>
          <p:cNvSpPr txBox="1"/>
          <p:nvPr/>
        </p:nvSpPr>
        <p:spPr>
          <a:xfrm>
            <a:off x="214169" y="95665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(a)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817F9-359C-F3A9-1514-25DF944FE675}"/>
              </a:ext>
            </a:extLst>
          </p:cNvPr>
          <p:cNvSpPr txBox="1"/>
          <p:nvPr/>
        </p:nvSpPr>
        <p:spPr>
          <a:xfrm>
            <a:off x="220573" y="2325976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(b)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9F3AA-2411-C130-A5BE-2C02FBD09ABB}"/>
              </a:ext>
            </a:extLst>
          </p:cNvPr>
          <p:cNvSpPr txBox="1"/>
          <p:nvPr/>
        </p:nvSpPr>
        <p:spPr>
          <a:xfrm>
            <a:off x="221598" y="4499010"/>
            <a:ext cx="441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(c)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955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Zhenglin</dc:creator>
  <cp:lastModifiedBy>Zhang Zhenglin</cp:lastModifiedBy>
  <cp:revision>2</cp:revision>
  <dcterms:created xsi:type="dcterms:W3CDTF">2026-01-29T19:53:16Z</dcterms:created>
  <dcterms:modified xsi:type="dcterms:W3CDTF">2026-01-29T20:34:10Z</dcterms:modified>
</cp:coreProperties>
</file>